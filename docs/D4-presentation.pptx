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Do Startups Fail — And How Long Do They Last?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data-driven look at ~400 real startup failures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Looking at nearly 400 real startups that failed:</a:t>
            </a:r>
          </a:p>
          <a:p>
            <a:pPr lvl="0"/>
            <a:r>
              <a:rPr/>
              <a:t>Can we predict </a:t>
            </a:r>
            <a:r>
              <a:rPr b="1"/>
              <a:t>how long</a:t>
            </a:r>
            <a:r>
              <a:rPr/>
              <a:t> a company will last before failing?</a:t>
            </a:r>
          </a:p>
          <a:p>
            <a:pPr lvl="0"/>
            <a:r>
              <a:rPr/>
              <a:t>Can we tell, in advance, whether it’s headed for an </a:t>
            </a:r>
            <a:r>
              <a:rPr b="1"/>
              <a:t>early collapse</a:t>
            </a:r>
            <a:r>
              <a:rPr/>
              <a:t> or a </a:t>
            </a:r>
            <a:r>
              <a:rPr b="1"/>
              <a:t>long, slow decline</a:t>
            </a:r>
            <a:r>
              <a:rPr/>
              <a:t>?</a:t>
            </a:r>
          </a:p>
          <a:p>
            <a:pPr lvl="0"/>
            <a:r>
              <a:rPr/>
              <a:t>What actually </a:t>
            </a:r>
            <a:r>
              <a:rPr b="1"/>
              <a:t>drives</a:t>
            </a:r>
            <a:r>
              <a:rPr/>
              <a:t> the difference?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failed startup, we know:</a:t>
            </a:r>
          </a:p>
          <a:p>
            <a:pPr lvl="0"/>
            <a:r>
              <a:rPr/>
              <a:t>How much money it raised</a:t>
            </a:r>
          </a:p>
          <a:p>
            <a:pPr lvl="0"/>
            <a:r>
              <a:rPr/>
              <a:t>What industry it’s in</a:t>
            </a:r>
          </a:p>
          <a:p>
            <a:pPr lvl="0"/>
            <a:r>
              <a:rPr/>
              <a:t>What year it was founded</a:t>
            </a:r>
          </a:p>
          <a:p>
            <a:pPr lvl="0"/>
            <a:r>
              <a:rPr/>
              <a:t>Which of </a:t>
            </a:r>
            <a:r>
              <a:rPr b="1"/>
              <a:t>9 common failure reasons</a:t>
            </a:r>
            <a:r>
              <a:rPr/>
              <a:t> applied (competition, ran out of budget, poor market fit, and more)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didn’t just build one model — we built a </a:t>
            </a:r>
            <a:r>
              <a:rPr b="1"/>
              <a:t>ladder</a:t>
            </a:r>
            <a:r>
              <a:rPr/>
              <a:t>, from simple to complex, for two questions:</a:t>
            </a:r>
          </a:p>
          <a:p>
            <a:pPr lvl="0" indent="-342900" marL="342900">
              <a:buAutoNum type="arabicPeriod"/>
            </a:pPr>
            <a:r>
              <a:rPr b="1"/>
              <a:t>How many years</a:t>
            </a:r>
            <a:r>
              <a:rPr/>
              <a:t> did the company survive?</a:t>
            </a:r>
          </a:p>
          <a:p>
            <a:pPr lvl="0" indent="-342900" marL="342900">
              <a:buAutoNum type="arabicPeriod"/>
            </a:pPr>
            <a:r>
              <a:rPr/>
              <a:t>Was its failure </a:t>
            </a:r>
            <a:r>
              <a:rPr b="1"/>
              <a:t>early, typical, or a long, slow decline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At every step: always compare against a “just guess the average” baseline, and always check on data the model never saw during training.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1: The Simple Model Won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tried a sophisticated model (gradient boosting) against a simple, rule-based one (a decision tree).</a:t>
            </a:r>
          </a:p>
          <a:p>
            <a:pPr lvl="0"/>
            <a:r>
              <a:rPr/>
              <a:t>The sophisticated model looked better on the data it was trained on — but that was memorization, not real skill.</a:t>
            </a:r>
          </a:p>
          <a:p>
            <a:pPr lvl="0"/>
            <a:r>
              <a:rPr/>
              <a:t>On new, unseen data, the </a:t>
            </a:r>
            <a:r>
              <a:rPr b="1"/>
              <a:t>simple model matched or beat it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Takeaway:</a:t>
            </a:r>
            <a:r>
              <a:rPr/>
              <a:t> more complexity isn’t automatically better — and the simple model is far easier to explain and trust.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2: What Actually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things predicted outcomes more than anything else:</a:t>
            </a:r>
          </a:p>
          <a:p>
            <a:pPr lvl="0"/>
            <a:r>
              <a:rPr b="1"/>
              <a:t>How much money was raised</a:t>
            </a:r>
          </a:p>
          <a:p>
            <a:pPr lvl="0"/>
            <a:r>
              <a:rPr b="1"/>
              <a:t>When the company was founded</a:t>
            </a:r>
            <a:r>
              <a:rPr/>
              <a:t> — the era it was born into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Surprisingly, these mattered </a:t>
            </a:r>
            <a:r>
              <a:rPr i="1"/>
              <a:t>more</a:t>
            </a:r>
            <a:r>
              <a:rPr/>
              <a:t> than any specific reason cited for failure — competition, budget, market fit, and the rest all played a smaller role.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3: Timing Is a Closer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Predicting </a:t>
            </a:r>
            <a:r>
              <a:rPr i="1"/>
              <a:t>early vs. typical vs. long-run</a:t>
            </a:r>
            <a:r>
              <a:rPr/>
              <a:t> failure was harder than predicting the exact number of years.</a:t>
            </a:r>
          </a:p>
          <a:p>
            <a:pPr lvl="0"/>
            <a:r>
              <a:rPr/>
              <a:t>The more complex model had a real, if modest, edge in raw accuracy here.</a:t>
            </a:r>
          </a:p>
          <a:p>
            <a:pPr lvl="0"/>
            <a:r>
              <a:rPr/>
              <a:t>But it was also far more prone to overfitting than the simple model.</a:t>
            </a:r>
          </a:p>
          <a:p>
            <a:pPr lvl="0"/>
            <a:r>
              <a:rPr b="1"/>
              <a:t>Verdict:</a:t>
            </a:r>
            <a:r>
              <a:rPr/>
              <a:t> a genuine trade-off between accuracy and reliability, not a clean win either way.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Live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built a small web app so this isn’t just a static report:</a:t>
            </a:r>
          </a:p>
          <a:p>
            <a:pPr lvl="0"/>
            <a:r>
              <a:rPr b="1"/>
              <a:t>Predictor</a:t>
            </a:r>
            <a:r>
              <a:rPr/>
              <a:t> — enter a hypothetical startup’s details, get a live prediction</a:t>
            </a:r>
          </a:p>
          <a:p>
            <a:pPr lvl="0"/>
            <a:r>
              <a:rPr b="1"/>
              <a:t>Dashboard</a:t>
            </a:r>
            <a:r>
              <a:rPr/>
              <a:t> — see how the models actually compared, and which features mattered</a:t>
            </a:r>
          </a:p>
          <a:p>
            <a:pPr lvl="0" indent="0" marL="0">
              <a:buNone/>
            </a:pPr>
            <a:r>
              <a:rPr i="1"/>
              <a:t>(live demo)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Use the simple model</a:t>
            </a:r>
            <a:r>
              <a:rPr/>
              <a:t>, not the complex one — same accuracy, far easier to trust and explain.</a:t>
            </a:r>
          </a:p>
          <a:p>
            <a:pPr lvl="0" indent="-342900" marL="342900">
              <a:buAutoNum type="arabicPeriod"/>
            </a:pPr>
            <a:r>
              <a:rPr b="1"/>
              <a:t>Treat this as a pattern-finder, not a fortune teller</a:t>
            </a:r>
            <a:r>
              <a:rPr/>
              <a:t> — it explains already-failed startups, and shouldn’t be used to forecast a company that’s still running.</a:t>
            </a:r>
          </a:p>
          <a:p>
            <a:pPr lvl="0" indent="-342900" marL="342900">
              <a:buAutoNum type="arabicPeriod"/>
            </a:pPr>
            <a:r>
              <a:rPr b="1"/>
              <a:t>Don’t crown a single villain</a:t>
            </a:r>
            <a:r>
              <a:rPr/>
              <a:t> — funding and timing explain more than any one “reason” for failure.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Startups Fail — And How Long Do They Last?</dc:title>
  <dc:creator/>
  <cp:keywords/>
  <dcterms:created xsi:type="dcterms:W3CDTF">2026-07-02T20:14:52Z</dcterms:created>
  <dcterms:modified xsi:type="dcterms:W3CDTF">2026-07-02T20:14:52Z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A data-driven look at ~400 real startup failures</vt:lpwstr>
  </property>
  <property fmtid="{D5CDD505-2E9C-101B-9397-08002B2CF9AE}" pid="9" name="toc-title">
    <vt:lpwstr>Table of contents</vt:lpwstr>
  </property>
</Properties>
</file>